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1737360"/>
          </a:xfrm>
          <a:prstGeom prst="rect">
            <a:avLst/>
          </a:prstGeom>
          <a:solidFill>
            <a:srgbClr val="00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87168"/>
            <a:ext cx="108749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Project ATLAS → BDB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18688"/>
            <a:ext cx="10874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900" b="0">
                <a:solidFill>
                  <a:srgbClr val="E6F1FA"/>
                </a:solidFill>
                <a:latin typeface="Calibri"/>
              </a:rPr>
              <a:t>Step-by-step migration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43400"/>
            <a:ext cx="108749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Cisco Secure Access — TAC Diagnostics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Assessment based on a measured Phase 0 spike, not an estimate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87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627A"/>
                </a:solidFill>
                <a:latin typeface="Calibri"/>
              </a:rPr>
              <a:t>Both risks that could have stopped this are now closed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74959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627632"/>
            <a:ext cx="3529584" cy="1965960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92224"/>
            <a:ext cx="31272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F7B55"/>
                </a:solidFill>
                <a:latin typeface="Calibri"/>
              </a:rPr>
              <a:t>CLOSED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Packet parsing without tshark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dpkt replaces tshark and runs 2.5–9.6× faster, with parity on structure, headers and flow discovery.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627632"/>
            <a:ext cx="3529584" cy="1965960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792224"/>
            <a:ext cx="31272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F7B55"/>
                </a:solidFill>
                <a:latin typeface="Calibri"/>
              </a:rPr>
              <a:t>CLOSED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UI hosting on BDB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BDB serves task files as a CDN and runs full ES-module JavaScript. Atlas is vanilla JS — near drop-in.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27632"/>
            <a:ext cx="3529584" cy="1965960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1792224"/>
            <a:ext cx="31272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B45409"/>
                </a:solidFill>
                <a:latin typeface="Calibri"/>
              </a:rPr>
              <a:t>REMAINING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TLS parsing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Every Gate E failure traces here. Bounded, well-understood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959352"/>
            <a:ext cx="108749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Migrate it.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55627A"/>
                </a:solidFill>
                <a:latin typeface="Calibri"/>
              </a:rPr>
              <a:t>The analysis layer — atlas_core, where the value actually sits — has no framework imports and ports untouched. What is left is a TLS parser, a template rewrite, and mechanical task decomposition.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B45409"/>
                </a:solidFill>
                <a:latin typeface="Calibri"/>
              </a:rPr>
              <a:t>This is a re-platforming with a real rewrite in the middle, not a lift-and-shift.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What ATLAS is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87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627A"/>
                </a:solidFill>
                <a:latin typeface="Calibri"/>
              </a:rPr>
              <a:t>~35,000 lines of application code, in production use for TAC escalations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74959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27632"/>
          <a:ext cx="10881360" cy="310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577840"/>
                <a:gridCol w="3017520"/>
              </a:tblGrid>
              <a:tr h="518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006C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06C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Stack</a:t>
                      </a:r>
                    </a:p>
                  </a:txBody>
                  <a:tcPr>
                    <a:solidFill>
                      <a:srgbClr val="006CB5"/>
                    </a:solidFill>
                  </a:tcPr>
                </a:tc>
              </a:tr>
              <a:tr h="518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DartHawk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DART bundle analysis — what the endpoint was configured to 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Flask + Jinja2, ~9k Py / 7.5k 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Capture Inspector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PCAP / HAR analysis — what it actually did on the wire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FastAPI, ~5.5k Py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518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atlas_core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Correlation, flow joins, multi-vantage path stitching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Pure Python, ~3k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Web shell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One origin over both engines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FastAPI + a2wsgi bridge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518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Vanilla JS, no build step, Tailwind via CDN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~18,600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005072"/>
            <a:ext cx="108749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627A"/>
                </a:solidFill>
                <a:latin typeface="Calibri"/>
              </a:rPr>
              <a:t>The division that matters: the bundle is a declaration, the capture is a measurement. ATLAS reports where the two disagree — which neither artefact can establish alone.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What BDB provides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87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627A"/>
                </a:solidFill>
                <a:latin typeface="Calibri"/>
              </a:rPr>
              <a:t>Verified against the API docs, the python3.13 package list and the Full Stack tutorial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74959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27632"/>
          <a:ext cx="10881360" cy="310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8046720"/>
              </a:tblGrid>
              <a:tr h="3454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006C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>
                    <a:solidFill>
                      <a:srgbClr val="006CB5"/>
                    </a:solidFill>
                  </a:tcPr>
                </a:tc>
              </a:tr>
              <a:tr h="345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Frontend hosting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Task-root files served as a CDN at /app/&lt;task&gt; and /app_dev/&lt;task&gt;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Custom JS / CSS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Full ES modules. Harbor UI kit available. Nothing sanitised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45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Backend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POST /api/v2/jobs/&lt;task&gt;, sync or async. Same-origin bdb_cookie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File upload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POST /api/v2/files — multipart/form-data, 10 GB per file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45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Session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Session folder persists across runs, addressed by sub_path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TAC integration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Pull a case attachment straight into the session folder by SR id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45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Code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Every task has an auto-created GitHub repo + pushpull 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Packages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dpkt, scapy, haralyzer, python-evtx, lxml, pandas, plotly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507992"/>
            <a:ext cx="108749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B3261E"/>
                </a:solidFill>
                <a:latin typeface="Calibri"/>
              </a:rPr>
              <a:t>Absent: Flask, FastAPI and a2wsgi. This is the single reason the web layer cannot come across unchanged.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Phase 0 — what was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87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627A"/>
                </a:solidFill>
                <a:latin typeface="Calibri"/>
              </a:rPr>
              <a:t>A dpkt reader built and compared against tshark over six real captures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74959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27632"/>
          <a:ext cx="10881360" cy="310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3566160"/>
              </a:tblGrid>
              <a:tr h="44413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>
                    <a:solidFill>
                      <a:srgbClr val="006C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checks</a:t>
                      </a:r>
                    </a:p>
                  </a:txBody>
                  <a:tcPr>
                    <a:solidFill>
                      <a:srgbClr val="006C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006CB5"/>
                    </a:solidFill>
                  </a:tcPr>
                </a:tc>
              </a:tr>
              <a:tr h="444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A — Structural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Same flows discovered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PASS on 4 of 6 after fixes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B — Headers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Addresses, ports, ISN, byte counts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100% on 4 of 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44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C — TLS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SNI, version, ALPN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FAILS — the remaining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D — Derived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Retransmits, zero-windows, RTT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97.5–100%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44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E — Conclusions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Do verdicts change when the reader is swapped?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Path stitching invariant; correlation fails on TLS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Performance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Throughput vs tshark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2.5–9.6× FASTER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233672"/>
            <a:ext cx="108749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Four real defects found and fixed during the spike: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Flow orientation (absent a handshake, the lower port is the listener)  ·  port reuse splitting  ·  gzipped captures  ·  an idna decode that silently swallowed every SNI.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Target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87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627A"/>
                </a:solidFill>
                <a:latin typeface="Calibri"/>
              </a:rPr>
              <a:t>Start as ONE task with an action input; split later if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74959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27632"/>
          <a:ext cx="10881360" cy="310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4754880"/>
                <a:gridCol w="2194560"/>
              </a:tblGrid>
              <a:tr h="3108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ATLAS today</a:t>
                      </a:r>
                    </a:p>
                  </a:txBody>
                  <a:tcPr>
                    <a:solidFill>
                      <a:srgbClr val="006C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On BDB</a:t>
                      </a:r>
                    </a:p>
                  </a:txBody>
                  <a:tcPr>
                    <a:solidFill>
                      <a:srgbClr val="006C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Effort</a:t>
                      </a:r>
                    </a:p>
                  </a:txBody>
                  <a:tcPr>
                    <a:solidFill>
                      <a:srgbClr val="006CB5"/>
                    </a:solidFill>
                  </a:tcPr>
                </a:tc>
              </a:tr>
              <a:tr h="3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FastAPI web shell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Gone — BDB serves the 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Capture Inspector static HTML/JS/CSS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Copy to task root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Drop-in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Shell assets, design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Copy to task root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Drop-in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atlas_core (correlation, path)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Unchanged — no framework imports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DartHawk Jinja2 + Flask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Static HTML, rendering moved client-side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REWRITE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Routes /upload, /flows, /flow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action values on the task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Mechanical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In-memory capture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Session folder + subPath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Tailwind via public CDN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Vendor as a task file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Small — fixes an existing bug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109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tshark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dpkt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TLS parser outstanding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Step-by-step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87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627A"/>
                </a:solidFill>
                <a:latin typeface="Calibri"/>
              </a:rPr>
              <a:t>Sequenced so the unknowns die earliest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74959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1627632"/>
            <a:ext cx="420624" cy="420624"/>
          </a:xfrm>
          <a:prstGeom prst="ellipse">
            <a:avLst/>
          </a:prstGeom>
          <a:solidFill>
            <a:srgbClr val="00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591056"/>
            <a:ext cx="10234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Vertical slice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DART bundle in → health snapshot rendered. No tshark needed. Exercises upload, task invocation, CDN frontend, JSON round-trip and rendering all at once.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560320"/>
            <a:ext cx="420624" cy="420624"/>
          </a:xfrm>
          <a:prstGeom prst="ellipse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523744"/>
            <a:ext cx="10234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Finish the packet layer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TLS parser with segment reassembly. Re-run Gate E until correlation is invariant. Fix the gzip capture. Prove the ISN join.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493008"/>
            <a:ext cx="420624" cy="420624"/>
          </a:xfrm>
          <a:prstGeom prst="ellipse">
            <a:avLst/>
          </a:prstGeom>
          <a:solidFill>
            <a:srgbClr val="556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456432"/>
            <a:ext cx="10234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Split backend into task actions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analyze_bundle, capture_flows, flow_detail, correlate, path_stitch. Boundaries already exist as routes.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425696"/>
            <a:ext cx="420624" cy="420624"/>
          </a:xfrm>
          <a:prstGeom prst="ellipse">
            <a:avLst/>
          </a:prstGeom>
          <a:solidFill>
            <a:srgbClr val="556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389120"/>
            <a:ext cx="10234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Frontend port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Copy static assets, vendor Tailwind, rewrite DartHawk templates client-side, repoint fetch calls at the jobs API.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358384"/>
            <a:ext cx="420624" cy="420624"/>
          </a:xfrm>
          <a:prstGeom prst="ellipse">
            <a:avLst/>
          </a:prstGeom>
          <a:solidFill>
            <a:srgbClr val="556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5321808"/>
            <a:ext cx="10234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State and TAC integration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Session folder wiring, then pull bundles straight off a case by SR 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Task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87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627A"/>
                </a:solidFill>
                <a:latin typeface="Calibri"/>
              </a:rPr>
              <a:t>What to set when creating the BDB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74959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27632"/>
          <a:ext cx="10881360" cy="310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5577840"/>
              </a:tblGrid>
              <a:tr h="518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006C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06C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006CB5"/>
                    </a:solidFill>
                  </a:tcPr>
                </a:tc>
              </a:tr>
              <a:tr h="518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atlas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Becomes the app URL: /app_dev/atlas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service type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python3.13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Has dpkt, scapy, python-evtx, haralyzer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518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Required — the web app will not serve otherwise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contributors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TAC teammates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Who else may run it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518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Set via API, not by hand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bdb.json is not directly editable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685032"/>
            <a:ext cx="1087495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Inputs for the slice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action — select: analyze_bundle | capture_flows | flow_detail | correlate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bundle — inputFile, the DART ZIP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sub_path — text, optional, points at a file already in the session folder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Moving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87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627A"/>
                </a:solidFill>
                <a:latin typeface="Calibri"/>
              </a:rPr>
              <a:t>Normal git — not copy-paste into a web editor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74959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719072"/>
            <a:ext cx="5120640" cy="457200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9222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1.  Create the task in BDB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51206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591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2.  BDB auto-provisions a GitHub repo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52928"/>
            <a:ext cx="5120640" cy="457200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26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3.  Grant repo access, then clone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419856"/>
            <a:ext cx="51206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4930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4.  Port code, commit, push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86784"/>
            <a:ext cx="5120640" cy="457200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05993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5.  pushpull/pull syncs into BDB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553712"/>
            <a:ext cx="51206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62686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6.  Save → /app_dev  ·  Deploy → /app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719072"/>
            <a:ext cx="5394960" cy="2194560"/>
          </a:xfrm>
          <a:prstGeom prst="roundRect">
            <a:avLst/>
          </a:prstGeom>
          <a:solidFill>
            <a:srgbClr val="F4F7FB"/>
          </a:solidFill>
          <a:ln w="9525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92024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Two separate repositories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amarora2_cisco/Atlas — stays the upstream source of truth.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The BDB task repo — a deployment target, populated with the ported subset.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Whether they stay in sync, or the BDB repo becomes the real home, is a decision to make deliberately — but not before the slice proves 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Open risks and unknowns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87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627A"/>
                </a:solidFill>
                <a:latin typeface="Calibri"/>
              </a:rPr>
              <a:t>Stated plainly so none of these arrive as a surprise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74959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27632"/>
            <a:ext cx="64008" cy="71323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600200"/>
            <a:ext cx="10600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TLS keylog decryption is lost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tshark uses the full Wireshark TLS stack. Nothing in pure Python comes close. Confirm this is acceptable now, not mid-rewrite.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468880"/>
            <a:ext cx="64008" cy="71323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441448"/>
            <a:ext cx="10600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The ISN cross-vantage join has never executed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proved_hops = 0 for both readers — the test captures share no traffic. It is the linchpin of the path claim and is still unproven.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64008" cy="713232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282696"/>
            <a:ext cx="10600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Job execution timeout unconfirmed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The last open unknown. dpkt running 2.5–9.6× faster than tshark makes this unlikely to bite, but it is not yet measured.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151376"/>
            <a:ext cx="64008" cy="713232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123944"/>
            <a:ext cx="10600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One gzipped capture yields zero flows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Opens and reports Ethernet encapsulation correctly, but produces nothing. Unresolved.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992624"/>
            <a:ext cx="64008" cy="713232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965192"/>
            <a:ext cx="10600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DartHawk template rewrite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The only genuine frontend rewrite. Bounded, but it is real work rather than a copy.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Next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874959" cy="9525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261872"/>
          <a:ext cx="10881360" cy="310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7863840"/>
                <a:gridCol w="2377440"/>
              </a:tblGrid>
              <a:tr h="44413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6C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006C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06CB5"/>
                    </a:solidFill>
                  </a:tcPr>
                </a:tc>
              </a:tr>
              <a:tr h="444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Create the BDB task — python3.13, public 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Amit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Confirm repo access and share the clone URL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Amit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44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Decide: is losing TLS keylog decryption acceptable?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Amit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Build the vertical slice — bundle in, snapshot out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44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TLS parser, then re-run Gate E to invariance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Source a same-traffic capture pair to prove the ISN join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Amit / Agent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3867912"/>
            <a:ext cx="108749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55627A"/>
                </a:solidFill>
                <a:latin typeface="Calibri"/>
              </a:rPr>
              <a:t>Full detail: docs/BDB_MIGRATION_PLAN.md in the ATLAS repository (commit 6f56806).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